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Libre Franklin"/>
      <p:regular r:id="rId17"/>
    </p:embeddedFont>
    <p:embeddedFont>
      <p:font typeface="Post No Bills Jaffna ExtraBold"/>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xmlns="" Id="rId17" Type="http://schemas.openxmlformats.org/officeDocument/2006/relationships/font" Target="fonts/rId17.fntdata"/><Relationship xmlns="" Id="rId18" Type="http://schemas.openxmlformats.org/officeDocument/2006/relationships/font" Target="fonts/rId1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Qstop....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customer is waiting 15 minutes in line to order their food or drinks, time they are missing out on in concerts or having fun with their friends.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Qstop, an innovative platform for ordering food and drinks in place with many people, such as festivals, concerts, and sports events. Our goal is to have a quick and easy ordering system for customers.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platform the customers choose their drinks or food, pay contact less and receive a receipt to show for pick-up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time consumers lay in ordering, making choices and paying for the order. With the Qstop platform, we are removing the bottleneck, that lays in people ordering drinks or food with the front staff. 
The current solutions with standing in line and order with the staff is a time consumer and resolve into long queues with waiting time, due to the limited numbers of staff taking orders.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Qstop platforms can reduce two employes per platform and have the advantage that multiple platforms can be installed next to the bar or kitchen.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win is that the platform can reduce the heavy foot traffic of people standing in long lines on the same spot and in this way make the impact on the ground less. 
The bar or kitchen also have the option to push specific drinks or food they want to sell, for example too many produced burgers or too many draft beers already poured up.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way, Qstop is making a smarter and more efficient solution with problem-free ordering and bigger revenue for the bar or kitchen. Together we can make the event experience better for everybody. 
we are Qstop ”Your break, without the wait”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 DROP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9307"/>
        </a:solidFill>
      </p:bgPr>
    </p:bg>
    <p:spTree>
      <p:nvGrpSpPr>
        <p:cNvPr id="1" name=""/>
        <p:cNvGrpSpPr/>
        <p:nvPr/>
      </p:nvGrpSpPr>
      <p:grpSpPr>
        <a:xfrm>
          <a:off x="0" y="0"/>
          <a:ext cx="0" cy="0"/>
          <a:chOff x="0" y="0"/>
          <a:chExt cx="0" cy="0"/>
        </a:xfrm>
      </p:grpSpPr>
      <p:sp>
        <p:nvSpPr>
          <p:cNvPr id="3" name="Text 0"/>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4" name="Text 1"/>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5" name="Text 2"/>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sp>
        <p:nvSpPr>
          <p:cNvPr id="6" name="Text 3"/>
          <p:cNvSpPr/>
          <p:nvPr/>
        </p:nvSpPr>
        <p:spPr>
          <a:xfrm>
            <a:off x="285750" y="1209675"/>
            <a:ext cx="8572500" cy="2286000"/>
          </a:xfrm>
          <a:prstGeom prst="rect">
            <a:avLst/>
          </a:prstGeom>
          <a:noFill/>
          <a:ln/>
        </p:spPr>
        <p:txBody>
          <a:bodyPr wrap="square" lIns="0" tIns="0" rIns="0" bIns="0" rtlCol="0" anchor="t"/>
          <a:lstStyle/>
          <a:p>
            <a:pPr algn="ctr" indent="0" marL="0">
              <a:lnSpc>
                <a:spcPts val="8550"/>
              </a:lnSpc>
              <a:buNone/>
            </a:pPr>
            <a:r>
              <a:rPr lang="en-US" sz="8550" b="1" spc="-171"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ROSKILDE FESTIVAL 2026</a:t>
            </a:r>
            <a:endParaRPr lang="en-US" sz="8550" dirty="0"/>
          </a:p>
        </p:txBody>
      </p:sp>
      <p:pic>
        <p:nvPicPr>
          <p:cNvPr id="7" name="Image 0" descr="preencoded.png">    </p:cNvPr>
          <p:cNvPicPr>
            <a:picLocks noChangeAspect="1"/>
          </p:cNvPicPr>
          <p:nvPr/>
        </p:nvPicPr>
        <p:blipFill>
          <a:blip r:embed="rId1"/>
          <a:srcRect l="0" r="0" t="0" b="0"/>
          <a:stretch/>
        </p:blipFill>
        <p:spPr>
          <a:xfrm>
            <a:off x="247650" y="3667125"/>
            <a:ext cx="781050" cy="1323975"/>
          </a:xfrm>
          <a:prstGeom prst="rect">
            <a:avLst/>
          </a:prstGeom>
        </p:spPr>
      </p:pic>
      <p:pic>
        <p:nvPicPr>
          <p:cNvPr id="8" name="Image 1" descr="preencoded.png">    </p:cNvPr>
          <p:cNvPicPr>
            <a:picLocks noChangeAspect="1"/>
          </p:cNvPicPr>
          <p:nvPr/>
        </p:nvPicPr>
        <p:blipFill>
          <a:blip r:embed="rId2"/>
          <a:srcRect l="0" r="0" t="0" b="0"/>
          <a:stretch/>
        </p:blipFill>
        <p:spPr>
          <a:xfrm>
            <a:off x="3209925" y="3495675"/>
            <a:ext cx="2733675" cy="1228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9307"/>
        </a:solidFill>
      </p:bgPr>
    </p:bg>
    <p:spTree>
      <p:nvGrpSpPr>
        <p:cNvPr id="1" name=""/>
        <p:cNvGrpSpPr/>
        <p:nvPr/>
      </p:nvGrpSpPr>
      <p:grpSpPr>
        <a:xfrm>
          <a:off x="0" y="0"/>
          <a:ext cx="0" cy="0"/>
          <a:chOff x="0" y="0"/>
          <a:chExt cx="0" cy="0"/>
        </a:xfrm>
      </p:grpSpPr>
      <p:sp>
        <p:nvSpPr>
          <p:cNvPr id="3" name="Shape 0"/>
          <p:cNvSpPr/>
          <p:nvPr/>
        </p:nvSpPr>
        <p:spPr>
          <a:xfrm>
            <a:off x="304800" y="4572000"/>
            <a:ext cx="8534400" cy="0"/>
          </a:xfrm>
          <a:prstGeom prst="line">
            <a:avLst/>
          </a:prstGeom>
          <a:noFill/>
          <a:ln w="9049">
            <a:solidFill>
              <a:srgbClr val="332B31"/>
            </a:solidFill>
            <a:prstDash val="solid"/>
          </a:ln>
        </p:spPr>
      </p:sp>
      <p:pic>
        <p:nvPicPr>
          <p:cNvPr id="4" name="Image 0" descr="preencoded.png">    </p:cNvPr>
          <p:cNvPicPr>
            <a:picLocks noChangeAspect="1"/>
          </p:cNvPicPr>
          <p:nvPr/>
        </p:nvPicPr>
        <p:blipFill>
          <a:blip r:embed="rId1"/>
          <a:srcRect l="0" r="0" t="0" b="0"/>
          <a:stretch/>
        </p:blipFill>
        <p:spPr>
          <a:xfrm>
            <a:off x="247650" y="3667125"/>
            <a:ext cx="781050" cy="1323975"/>
          </a:xfrm>
          <a:prstGeom prst="rect">
            <a:avLst/>
          </a:prstGeom>
        </p:spPr>
      </p:pic>
      <p:sp>
        <p:nvSpPr>
          <p:cNvPr id="5" name="Text 1"/>
          <p:cNvSpPr/>
          <p:nvPr/>
        </p:nvSpPr>
        <p:spPr>
          <a:xfrm>
            <a:off x="457200" y="804863"/>
            <a:ext cx="8572500" cy="571500"/>
          </a:xfrm>
          <a:prstGeom prst="rect">
            <a:avLst/>
          </a:prstGeom>
          <a:noFill/>
          <a:ln/>
        </p:spPr>
        <p:txBody>
          <a:bodyPr wrap="square" lIns="0" tIns="0" rIns="0" bIns="0" rtlCol="0" anchor="t"/>
          <a:lstStyle/>
          <a:p>
            <a:pPr algn="l" indent="0" marL="0">
              <a:lnSpc>
                <a:spcPts val="4275"/>
              </a:lnSpc>
              <a:buNone/>
            </a:pPr>
            <a:r>
              <a:rPr lang="en-US" sz="4275" b="1" spc="-85"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THE TEAM</a:t>
            </a:r>
            <a:endParaRPr lang="en-US" sz="4275" dirty="0"/>
          </a:p>
        </p:txBody>
      </p:sp>
      <p:pic>
        <p:nvPicPr>
          <p:cNvPr id="6" name="Image 1" descr="preencoded.png">    </p:cNvPr>
          <p:cNvPicPr>
            <a:picLocks noChangeAspect="1"/>
          </p:cNvPicPr>
          <p:nvPr/>
        </p:nvPicPr>
        <p:blipFill>
          <a:blip r:embed="rId2"/>
          <a:srcRect l="0" r="0" t="0" b="0"/>
          <a:stretch/>
        </p:blipFill>
        <p:spPr>
          <a:xfrm>
            <a:off x="638175" y="1817809"/>
            <a:ext cx="1859573" cy="1723292"/>
          </a:xfrm>
          <a:prstGeom prst="rect">
            <a:avLst/>
          </a:prstGeom>
        </p:spPr>
      </p:pic>
      <p:sp>
        <p:nvSpPr>
          <p:cNvPr id="7" name="Text 2"/>
          <p:cNvSpPr/>
          <p:nvPr/>
        </p:nvSpPr>
        <p:spPr>
          <a:xfrm>
            <a:off x="638175" y="3681779"/>
            <a:ext cx="1859573" cy="114300"/>
          </a:xfrm>
          <a:prstGeom prst="rect">
            <a:avLst/>
          </a:prstGeom>
          <a:noFill/>
          <a:ln/>
        </p:spPr>
        <p:txBody>
          <a:bodyPr wrap="square" lIns="0" tIns="0" rIns="0" bIns="0" rtlCol="0" anchor="t"/>
          <a:lstStyle/>
          <a:p>
            <a:pPr algn="ctr" indent="0" marL="0">
              <a:lnSpc>
                <a:spcPts val="868"/>
              </a:lnSpc>
              <a:buNone/>
            </a:pPr>
            <a:r>
              <a:rPr lang="en-US" sz="789" b="1" dirty="0">
                <a:solidFill>
                  <a:srgbClr val="332B31">
                    <a:alpha val="99000"/>
                  </a:srgbClr>
                </a:solidFill>
                <a:latin typeface="Libre Franklin" pitchFamily="34" charset="0"/>
                <a:ea typeface="Libre Franklin" pitchFamily="34" charset="-122"/>
                <a:cs typeface="Libre Franklin" pitchFamily="34" charset="-120"/>
              </a:rPr>
              <a:t>CHRISTIAN SCHWARTZ</a:t>
            </a:r>
            <a:endParaRPr lang="en-US" sz="789" dirty="0"/>
          </a:p>
        </p:txBody>
      </p:sp>
      <p:sp>
        <p:nvSpPr>
          <p:cNvPr id="8" name="Text 3"/>
          <p:cNvSpPr/>
          <p:nvPr/>
        </p:nvSpPr>
        <p:spPr>
          <a:xfrm>
            <a:off x="2647217" y="3664194"/>
            <a:ext cx="1859573" cy="114300"/>
          </a:xfrm>
          <a:prstGeom prst="rect">
            <a:avLst/>
          </a:prstGeom>
          <a:noFill/>
          <a:ln/>
        </p:spPr>
        <p:txBody>
          <a:bodyPr wrap="square" lIns="0" tIns="0" rIns="0" bIns="0" rtlCol="0" anchor="t"/>
          <a:lstStyle/>
          <a:p>
            <a:pPr algn="ctr" indent="0" marL="0">
              <a:lnSpc>
                <a:spcPts val="868"/>
              </a:lnSpc>
              <a:buNone/>
            </a:pPr>
            <a:r>
              <a:rPr lang="en-US" sz="789" b="1" dirty="0">
                <a:solidFill>
                  <a:srgbClr val="332B31">
                    <a:alpha val="99000"/>
                  </a:srgbClr>
                </a:solidFill>
                <a:latin typeface="Libre Franklin" pitchFamily="34" charset="0"/>
                <a:ea typeface="Libre Franklin" pitchFamily="34" charset="-122"/>
                <a:cs typeface="Libre Franklin" pitchFamily="34" charset="-120"/>
              </a:rPr>
              <a:t>ANDREA TRIFUNOVIĆ</a:t>
            </a:r>
            <a:endParaRPr lang="en-US" sz="789" dirty="0"/>
          </a:p>
        </p:txBody>
      </p:sp>
      <p:sp>
        <p:nvSpPr>
          <p:cNvPr id="9" name="Text 4"/>
          <p:cNvSpPr/>
          <p:nvPr/>
        </p:nvSpPr>
        <p:spPr>
          <a:xfrm>
            <a:off x="6665302" y="3664194"/>
            <a:ext cx="1859573" cy="114300"/>
          </a:xfrm>
          <a:prstGeom prst="rect">
            <a:avLst/>
          </a:prstGeom>
          <a:noFill/>
          <a:ln/>
        </p:spPr>
        <p:txBody>
          <a:bodyPr wrap="square" lIns="0" tIns="0" rIns="0" bIns="0" rtlCol="0" anchor="t"/>
          <a:lstStyle/>
          <a:p>
            <a:pPr algn="ctr" indent="0" marL="0">
              <a:lnSpc>
                <a:spcPts val="868"/>
              </a:lnSpc>
              <a:buNone/>
            </a:pPr>
            <a:r>
              <a:rPr lang="en-US" sz="789" b="1" dirty="0">
                <a:solidFill>
                  <a:srgbClr val="332B31">
                    <a:alpha val="99000"/>
                  </a:srgbClr>
                </a:solidFill>
                <a:latin typeface="Libre Franklin" pitchFamily="34" charset="0"/>
                <a:ea typeface="Libre Franklin" pitchFamily="34" charset="-122"/>
                <a:cs typeface="Libre Franklin" pitchFamily="34" charset="-120"/>
              </a:rPr>
              <a:t>JONAS VIGNAL-OLSEN</a:t>
            </a:r>
            <a:endParaRPr lang="en-US" sz="789" dirty="0"/>
          </a:p>
        </p:txBody>
      </p:sp>
      <p:pic>
        <p:nvPicPr>
          <p:cNvPr id="10" name="Image 2" descr="preencoded.png">    </p:cNvPr>
          <p:cNvPicPr>
            <a:picLocks noChangeAspect="1"/>
          </p:cNvPicPr>
          <p:nvPr/>
        </p:nvPicPr>
        <p:blipFill>
          <a:blip r:embed="rId3"/>
          <a:srcRect l="0" r="0" t="0" b="0"/>
          <a:stretch/>
        </p:blipFill>
        <p:spPr>
          <a:xfrm>
            <a:off x="2647217" y="1800225"/>
            <a:ext cx="1859573" cy="1723292"/>
          </a:xfrm>
          <a:prstGeom prst="rect">
            <a:avLst/>
          </a:prstGeom>
        </p:spPr>
      </p:pic>
      <p:pic>
        <p:nvPicPr>
          <p:cNvPr id="11" name="Image 3" descr="preencoded.png">    </p:cNvPr>
          <p:cNvPicPr>
            <a:picLocks noChangeAspect="1"/>
          </p:cNvPicPr>
          <p:nvPr/>
        </p:nvPicPr>
        <p:blipFill>
          <a:blip r:embed="rId4"/>
          <a:srcRect l="0" r="0" t="0" b="0"/>
          <a:stretch/>
        </p:blipFill>
        <p:spPr>
          <a:xfrm>
            <a:off x="6656510" y="1800225"/>
            <a:ext cx="1859573" cy="1723292"/>
          </a:xfrm>
          <a:prstGeom prst="rect">
            <a:avLst/>
          </a:prstGeom>
        </p:spPr>
      </p:pic>
      <p:sp>
        <p:nvSpPr>
          <p:cNvPr id="12" name="Text 5"/>
          <p:cNvSpPr/>
          <p:nvPr/>
        </p:nvSpPr>
        <p:spPr>
          <a:xfrm>
            <a:off x="4656260" y="3664194"/>
            <a:ext cx="1859573" cy="114300"/>
          </a:xfrm>
          <a:prstGeom prst="rect">
            <a:avLst/>
          </a:prstGeom>
          <a:noFill/>
          <a:ln/>
        </p:spPr>
        <p:txBody>
          <a:bodyPr wrap="square" lIns="0" tIns="0" rIns="0" bIns="0" rtlCol="0" anchor="t"/>
          <a:lstStyle/>
          <a:p>
            <a:pPr algn="ctr" indent="0" marL="0">
              <a:lnSpc>
                <a:spcPts val="868"/>
              </a:lnSpc>
              <a:buNone/>
            </a:pPr>
            <a:r>
              <a:rPr lang="en-US" sz="789" b="1" dirty="0">
                <a:solidFill>
                  <a:srgbClr val="332B31">
                    <a:alpha val="99000"/>
                  </a:srgbClr>
                </a:solidFill>
                <a:latin typeface="Libre Franklin" pitchFamily="34" charset="0"/>
                <a:ea typeface="Libre Franklin" pitchFamily="34" charset="-122"/>
                <a:cs typeface="Libre Franklin" pitchFamily="34" charset="-120"/>
              </a:rPr>
              <a:t>PETER HAUGSTED</a:t>
            </a:r>
            <a:endParaRPr lang="en-US" sz="789" dirty="0"/>
          </a:p>
        </p:txBody>
      </p:sp>
      <p:pic>
        <p:nvPicPr>
          <p:cNvPr id="13" name="Image 4" descr="preencoded.png">    </p:cNvPr>
          <p:cNvPicPr>
            <a:picLocks noChangeAspect="1"/>
          </p:cNvPicPr>
          <p:nvPr/>
        </p:nvPicPr>
        <p:blipFill>
          <a:blip r:embed="rId5"/>
          <a:srcRect l="0" r="0" t="0" b="0"/>
          <a:stretch/>
        </p:blipFill>
        <p:spPr>
          <a:xfrm>
            <a:off x="4656260" y="1800225"/>
            <a:ext cx="1859573" cy="1723292"/>
          </a:xfrm>
          <a:prstGeom prst="rect">
            <a:avLst/>
          </a:prstGeom>
        </p:spPr>
      </p:pic>
      <p:sp>
        <p:nvSpPr>
          <p:cNvPr id="14" name="Shape 6"/>
          <p:cNvSpPr/>
          <p:nvPr/>
        </p:nvSpPr>
        <p:spPr>
          <a:xfrm>
            <a:off x="304800" y="571500"/>
            <a:ext cx="8534400" cy="0"/>
          </a:xfrm>
          <a:prstGeom prst="line">
            <a:avLst/>
          </a:prstGeom>
          <a:noFill/>
          <a:ln w="9049">
            <a:solidFill>
              <a:srgbClr val="332B31"/>
            </a:solidFill>
            <a:prstDash val="solid"/>
          </a:ln>
        </p:spPr>
      </p:sp>
      <p:sp>
        <p:nvSpPr>
          <p:cNvPr id="15" name="Text 7"/>
          <p:cNvSpPr/>
          <p:nvPr/>
        </p:nvSpPr>
        <p:spPr>
          <a:xfrm>
            <a:off x="8724900" y="4729163"/>
            <a:ext cx="114300" cy="95250"/>
          </a:xfrm>
          <a:prstGeom prst="rect">
            <a:avLst/>
          </a:prstGeom>
          <a:noFill/>
          <a:ln/>
        </p:spPr>
        <p:txBody>
          <a:bodyPr wrap="square" lIns="0" tIns="0" rIns="0" bIns="0" rtlCol="0" anchor="t"/>
          <a:lstStyle/>
          <a:p>
            <a:pPr algn="r" indent="0" marL="0">
              <a:lnSpc>
                <a:spcPts val="705"/>
              </a:lnSpc>
              <a:buNone/>
            </a:pPr>
            <a:r>
              <a:rPr lang="en-US" sz="641" b="1" dirty="0">
                <a:solidFill>
                  <a:srgbClr val="000000">
                    <a:alpha val="99000"/>
                  </a:srgbClr>
                </a:solidFill>
                <a:latin typeface="Libre Franklin" pitchFamily="34" charset="0"/>
                <a:ea typeface="Libre Franklin" pitchFamily="34" charset="-122"/>
                <a:cs typeface="Libre Franklin" pitchFamily="34" charset="-120"/>
              </a:rPr>
              <a:t>2</a:t>
            </a:r>
            <a:endParaRPr lang="en-US" sz="641" dirty="0"/>
          </a:p>
        </p:txBody>
      </p:sp>
      <p:sp>
        <p:nvSpPr>
          <p:cNvPr id="16" name="Text 8"/>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17" name="Text 9"/>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18" name="Text 10"/>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9307"/>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4829175" y="804863"/>
            <a:ext cx="3338513" cy="3338513"/>
          </a:xfrm>
          <a:prstGeom prst="rect">
            <a:avLst/>
          </a:prstGeom>
        </p:spPr>
      </p:pic>
      <p:sp>
        <p:nvSpPr>
          <p:cNvPr id="4" name="Text 0"/>
          <p:cNvSpPr/>
          <p:nvPr/>
        </p:nvSpPr>
        <p:spPr>
          <a:xfrm>
            <a:off x="600075" y="1200150"/>
            <a:ext cx="3705225" cy="1143000"/>
          </a:xfrm>
          <a:prstGeom prst="rect">
            <a:avLst/>
          </a:prstGeom>
          <a:noFill/>
          <a:ln/>
        </p:spPr>
        <p:txBody>
          <a:bodyPr wrap="square" lIns="0" tIns="0" rIns="0" bIns="0" rtlCol="0" anchor="t"/>
          <a:lstStyle/>
          <a:p>
            <a:pPr algn="l" indent="0" marL="0">
              <a:lnSpc>
                <a:spcPts val="4275"/>
              </a:lnSpc>
              <a:buNone/>
            </a:pPr>
            <a:r>
              <a:rPr lang="en-US" sz="4275" b="1" spc="-85"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15 MINUTES LINE TO ORDER.</a:t>
            </a:r>
            <a:endParaRPr lang="en-US" sz="4275" dirty="0"/>
          </a:p>
        </p:txBody>
      </p:sp>
      <p:sp>
        <p:nvSpPr>
          <p:cNvPr id="5" name="Shape 1"/>
          <p:cNvSpPr/>
          <p:nvPr/>
        </p:nvSpPr>
        <p:spPr>
          <a:xfrm>
            <a:off x="304800" y="4572000"/>
            <a:ext cx="8534400" cy="0"/>
          </a:xfrm>
          <a:prstGeom prst="line">
            <a:avLst/>
          </a:prstGeom>
          <a:noFill/>
          <a:ln w="9049">
            <a:solidFill>
              <a:srgbClr val="332B31"/>
            </a:solidFill>
            <a:prstDash val="solid"/>
          </a:ln>
        </p:spPr>
      </p:sp>
      <p:sp>
        <p:nvSpPr>
          <p:cNvPr id="6" name="Text 2"/>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7" name="Text 3"/>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8" name="Text 4"/>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pic>
        <p:nvPicPr>
          <p:cNvPr id="9" name="Image 1" descr="preencoded.png">    </p:cNvPr>
          <p:cNvPicPr>
            <a:picLocks noChangeAspect="1"/>
          </p:cNvPicPr>
          <p:nvPr/>
        </p:nvPicPr>
        <p:blipFill>
          <a:blip r:embed="rId2"/>
          <a:srcRect l="0" r="0" t="0" b="0"/>
          <a:stretch/>
        </p:blipFill>
        <p:spPr>
          <a:xfrm>
            <a:off x="247650" y="3667125"/>
            <a:ext cx="781050" cy="13239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9307"/>
        </a:solidFill>
      </p:bgPr>
    </p:bg>
    <p:spTree>
      <p:nvGrpSpPr>
        <p:cNvPr id="1" name=""/>
        <p:cNvGrpSpPr/>
        <p:nvPr/>
      </p:nvGrpSpPr>
      <p:grpSpPr>
        <a:xfrm>
          <a:off x="0" y="0"/>
          <a:ext cx="0" cy="0"/>
          <a:chOff x="0" y="0"/>
          <a:chExt cx="0" cy="0"/>
        </a:xfrm>
      </p:grpSpPr>
      <p:sp>
        <p:nvSpPr>
          <p:cNvPr id="3" name="Text 0"/>
          <p:cNvSpPr/>
          <p:nvPr/>
        </p:nvSpPr>
        <p:spPr>
          <a:xfrm>
            <a:off x="600075" y="1200150"/>
            <a:ext cx="3705225" cy="1714500"/>
          </a:xfrm>
          <a:prstGeom prst="rect">
            <a:avLst/>
          </a:prstGeom>
          <a:noFill/>
          <a:ln/>
        </p:spPr>
        <p:txBody>
          <a:bodyPr wrap="square" lIns="0" tIns="0" rIns="0" bIns="0" rtlCol="0" anchor="t"/>
          <a:lstStyle/>
          <a:p>
            <a:pPr algn="l" indent="0" marL="0">
              <a:lnSpc>
                <a:spcPts val="4275"/>
              </a:lnSpc>
              <a:buNone/>
            </a:pPr>
            <a:r>
              <a:rPr lang="en-US" sz="4275" b="1" spc="-85"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INNOVATIVE ORDERING PLATFORM</a:t>
            </a:r>
            <a:endParaRPr lang="en-US" sz="4275" dirty="0"/>
          </a:p>
        </p:txBody>
      </p:sp>
      <p:sp>
        <p:nvSpPr>
          <p:cNvPr id="4" name="Shape 1"/>
          <p:cNvSpPr/>
          <p:nvPr/>
        </p:nvSpPr>
        <p:spPr>
          <a:xfrm>
            <a:off x="304800" y="4572000"/>
            <a:ext cx="8534400" cy="0"/>
          </a:xfrm>
          <a:prstGeom prst="line">
            <a:avLst/>
          </a:prstGeom>
          <a:noFill/>
          <a:ln w="9049">
            <a:solidFill>
              <a:srgbClr val="332B31"/>
            </a:solidFill>
            <a:prstDash val="solid"/>
          </a:ln>
        </p:spPr>
      </p:sp>
      <p:sp>
        <p:nvSpPr>
          <p:cNvPr id="5" name="Text 2"/>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6" name="Text 3"/>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7" name="Text 4"/>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pic>
        <p:nvPicPr>
          <p:cNvPr id="8" name="Image 0" descr="preencoded.png">    </p:cNvPr>
          <p:cNvPicPr>
            <a:picLocks noChangeAspect="1"/>
          </p:cNvPicPr>
          <p:nvPr/>
        </p:nvPicPr>
        <p:blipFill>
          <a:blip r:embed="rId1"/>
          <a:srcRect l="0" r="0" t="0" b="0"/>
          <a:stretch/>
        </p:blipFill>
        <p:spPr>
          <a:xfrm>
            <a:off x="4305300" y="1676400"/>
            <a:ext cx="2909888" cy="1785938"/>
          </a:xfrm>
          <a:prstGeom prst="rect">
            <a:avLst/>
          </a:prstGeom>
        </p:spPr>
      </p:pic>
      <p:pic>
        <p:nvPicPr>
          <p:cNvPr id="9" name="Image 1" descr="preencoded.png">    </p:cNvPr>
          <p:cNvPicPr>
            <a:picLocks noChangeAspect="1"/>
          </p:cNvPicPr>
          <p:nvPr/>
        </p:nvPicPr>
        <p:blipFill>
          <a:blip r:embed="rId2"/>
          <a:srcRect l="0" r="0" t="0" b="0"/>
          <a:stretch/>
        </p:blipFill>
        <p:spPr>
          <a:xfrm>
            <a:off x="4148137" y="1338263"/>
            <a:ext cx="4471988" cy="2438400"/>
          </a:xfrm>
          <a:prstGeom prst="rect">
            <a:avLst/>
          </a:prstGeom>
        </p:spPr>
      </p:pic>
      <p:pic>
        <p:nvPicPr>
          <p:cNvPr id="10" name="Image 2" descr="preencoded.png">    </p:cNvPr>
          <p:cNvPicPr>
            <a:picLocks noChangeAspect="1"/>
          </p:cNvPicPr>
          <p:nvPr/>
        </p:nvPicPr>
        <p:blipFill>
          <a:blip r:embed="rId3"/>
          <a:srcRect l="0" r="0" t="0" b="0"/>
          <a:stretch/>
        </p:blipFill>
        <p:spPr>
          <a:xfrm>
            <a:off x="247650" y="3667125"/>
            <a:ext cx="781050" cy="13239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9307"/>
        </a:solidFill>
      </p:bgPr>
    </p:bg>
    <p:spTree>
      <p:nvGrpSpPr>
        <p:cNvPr id="1" name=""/>
        <p:cNvGrpSpPr/>
        <p:nvPr/>
      </p:nvGrpSpPr>
      <p:grpSpPr>
        <a:xfrm>
          <a:off x="0" y="0"/>
          <a:ext cx="0" cy="0"/>
          <a:chOff x="0" y="0"/>
          <a:chExt cx="0" cy="0"/>
        </a:xfrm>
      </p:grpSpPr>
      <p:sp>
        <p:nvSpPr>
          <p:cNvPr id="3" name="Text 0"/>
          <p:cNvSpPr/>
          <p:nvPr/>
        </p:nvSpPr>
        <p:spPr>
          <a:xfrm>
            <a:off x="8124825" y="4729163"/>
            <a:ext cx="714375"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02</a:t>
            </a:r>
            <a:endParaRPr lang="en-US" sz="641" dirty="0"/>
          </a:p>
        </p:txBody>
      </p:sp>
      <p:sp>
        <p:nvSpPr>
          <p:cNvPr id="4" name="Text 1"/>
          <p:cNvSpPr/>
          <p:nvPr/>
        </p:nvSpPr>
        <p:spPr>
          <a:xfrm>
            <a:off x="504825" y="1166813"/>
            <a:ext cx="8534400" cy="428625"/>
          </a:xfrm>
          <a:prstGeom prst="rect">
            <a:avLst/>
          </a:prstGeom>
          <a:noFill/>
          <a:ln/>
        </p:spPr>
        <p:txBody>
          <a:bodyPr wrap="square" lIns="0" tIns="0" rIns="0" bIns="0" rtlCol="0" anchor="t"/>
          <a:lstStyle/>
          <a:p>
            <a:pPr algn="l" indent="0" marL="0">
              <a:lnSpc>
                <a:spcPts val="3206"/>
              </a:lnSpc>
              <a:buNone/>
            </a:pPr>
            <a:r>
              <a:rPr lang="en-US" sz="3206" b="1" spc="-64" kern="0" dirty="0">
                <a:solidFill>
                  <a:srgbClr val="2E2F28">
                    <a:alpha val="99000"/>
                  </a:srgbClr>
                </a:solidFill>
                <a:latin typeface="Post No Bills Jaffna ExtraBold" pitchFamily="34" charset="0"/>
                <a:ea typeface="Post No Bills Jaffna ExtraBold" pitchFamily="34" charset="-122"/>
                <a:cs typeface="Post No Bills Jaffna ExtraBold" pitchFamily="34" charset="-120"/>
              </a:rPr>
              <a:t>CUSTOMER JOURNEY</a:t>
            </a:r>
            <a:endParaRPr lang="en-US" sz="3206" dirty="0"/>
          </a:p>
        </p:txBody>
      </p:sp>
      <p:sp>
        <p:nvSpPr>
          <p:cNvPr id="5" name="Text 2"/>
          <p:cNvSpPr/>
          <p:nvPr/>
        </p:nvSpPr>
        <p:spPr>
          <a:xfrm>
            <a:off x="504825" y="2190750"/>
            <a:ext cx="1990725" cy="571500"/>
          </a:xfrm>
          <a:prstGeom prst="rect">
            <a:avLst/>
          </a:prstGeom>
          <a:noFill/>
          <a:ln/>
        </p:spPr>
        <p:txBody>
          <a:bodyPr wrap="square" lIns="0" tIns="0" rIns="0" bIns="0" rtlCol="0" anchor="t"/>
          <a:lstStyle/>
          <a:p>
            <a:pPr algn="l" indent="0" marL="0">
              <a:lnSpc>
                <a:spcPts val="4275"/>
              </a:lnSpc>
              <a:buNone/>
            </a:pPr>
            <a:r>
              <a:rPr lang="en-US" sz="4275" b="1" spc="-85" kern="0" dirty="0">
                <a:solidFill>
                  <a:srgbClr val="2E2F28">
                    <a:alpha val="99000"/>
                  </a:srgbClr>
                </a:solidFill>
                <a:latin typeface="Post No Bills Jaffna ExtraBold" pitchFamily="34" charset="0"/>
                <a:ea typeface="Post No Bills Jaffna ExtraBold" pitchFamily="34" charset="-122"/>
                <a:cs typeface="Post No Bills Jaffna ExtraBold" pitchFamily="34" charset="-120"/>
              </a:rPr>
              <a:t>01</a:t>
            </a:r>
            <a:endParaRPr lang="en-US" sz="4275" dirty="0"/>
          </a:p>
        </p:txBody>
      </p:sp>
      <p:sp>
        <p:nvSpPr>
          <p:cNvPr id="6" name="Text 3"/>
          <p:cNvSpPr/>
          <p:nvPr/>
        </p:nvSpPr>
        <p:spPr>
          <a:xfrm>
            <a:off x="504825" y="2914650"/>
            <a:ext cx="1990725" cy="166688"/>
          </a:xfrm>
          <a:prstGeom prst="rect">
            <a:avLst/>
          </a:prstGeom>
          <a:noFill/>
          <a:ln/>
        </p:spPr>
        <p:txBody>
          <a:bodyPr wrap="square" lIns="0" tIns="0" rIns="0" bIns="0" rtlCol="0" anchor="t"/>
          <a:lstStyle/>
          <a:p>
            <a:pPr algn="l" indent="0" marL="0">
              <a:lnSpc>
                <a:spcPts val="1254"/>
              </a:lnSpc>
              <a:buNone/>
            </a:pPr>
            <a:r>
              <a:rPr lang="en-US" sz="1140" b="1" dirty="0">
                <a:solidFill>
                  <a:srgbClr val="2E2F28">
                    <a:alpha val="99000"/>
                  </a:srgbClr>
                </a:solidFill>
                <a:latin typeface="Libre Franklin" pitchFamily="34" charset="0"/>
                <a:ea typeface="Libre Franklin" pitchFamily="34" charset="-122"/>
                <a:cs typeface="Libre Franklin" pitchFamily="34" charset="-120"/>
              </a:rPr>
              <a:t>CHOOSE ORDER</a:t>
            </a:r>
            <a:endParaRPr lang="en-US" sz="1140" dirty="0"/>
          </a:p>
        </p:txBody>
      </p:sp>
      <p:sp>
        <p:nvSpPr>
          <p:cNvPr id="7" name="Text 4"/>
          <p:cNvSpPr/>
          <p:nvPr/>
        </p:nvSpPr>
        <p:spPr>
          <a:xfrm>
            <a:off x="2671763" y="2190750"/>
            <a:ext cx="1990725" cy="571500"/>
          </a:xfrm>
          <a:prstGeom prst="rect">
            <a:avLst/>
          </a:prstGeom>
          <a:noFill/>
          <a:ln/>
        </p:spPr>
        <p:txBody>
          <a:bodyPr wrap="square" lIns="0" tIns="0" rIns="0" bIns="0" rtlCol="0" anchor="t"/>
          <a:lstStyle/>
          <a:p>
            <a:pPr algn="l" indent="0" marL="0">
              <a:lnSpc>
                <a:spcPts val="4275"/>
              </a:lnSpc>
              <a:buNone/>
            </a:pPr>
            <a:r>
              <a:rPr lang="en-US" sz="4275" b="1" spc="-85" kern="0" dirty="0">
                <a:solidFill>
                  <a:srgbClr val="2E2F28">
                    <a:alpha val="99000"/>
                  </a:srgbClr>
                </a:solidFill>
                <a:latin typeface="Post No Bills Jaffna ExtraBold" pitchFamily="34" charset="0"/>
                <a:ea typeface="Post No Bills Jaffna ExtraBold" pitchFamily="34" charset="-122"/>
                <a:cs typeface="Post No Bills Jaffna ExtraBold" pitchFamily="34" charset="-120"/>
              </a:rPr>
              <a:t>02</a:t>
            </a:r>
            <a:endParaRPr lang="en-US" sz="4275" dirty="0"/>
          </a:p>
        </p:txBody>
      </p:sp>
      <p:sp>
        <p:nvSpPr>
          <p:cNvPr id="8" name="Text 5"/>
          <p:cNvSpPr/>
          <p:nvPr/>
        </p:nvSpPr>
        <p:spPr>
          <a:xfrm>
            <a:off x="2671763" y="2914650"/>
            <a:ext cx="1990725" cy="166688"/>
          </a:xfrm>
          <a:prstGeom prst="rect">
            <a:avLst/>
          </a:prstGeom>
          <a:noFill/>
          <a:ln/>
        </p:spPr>
        <p:txBody>
          <a:bodyPr wrap="square" lIns="0" tIns="0" rIns="0" bIns="0" rtlCol="0" anchor="t"/>
          <a:lstStyle/>
          <a:p>
            <a:pPr algn="l" indent="0" marL="0">
              <a:lnSpc>
                <a:spcPts val="1254"/>
              </a:lnSpc>
              <a:buNone/>
            </a:pPr>
            <a:r>
              <a:rPr lang="en-US" sz="1140" b="1" dirty="0">
                <a:solidFill>
                  <a:srgbClr val="2E2F28">
                    <a:alpha val="99000"/>
                  </a:srgbClr>
                </a:solidFill>
                <a:latin typeface="Libre Franklin" pitchFamily="34" charset="0"/>
                <a:ea typeface="Libre Franklin" pitchFamily="34" charset="-122"/>
                <a:cs typeface="Libre Franklin" pitchFamily="34" charset="-120"/>
              </a:rPr>
              <a:t>PAY CONTACT LESS</a:t>
            </a:r>
            <a:endParaRPr lang="en-US" sz="1140" dirty="0"/>
          </a:p>
        </p:txBody>
      </p:sp>
      <p:sp>
        <p:nvSpPr>
          <p:cNvPr id="9" name="Text 6"/>
          <p:cNvSpPr/>
          <p:nvPr/>
        </p:nvSpPr>
        <p:spPr>
          <a:xfrm>
            <a:off x="4838700" y="2190750"/>
            <a:ext cx="1990725" cy="571500"/>
          </a:xfrm>
          <a:prstGeom prst="rect">
            <a:avLst/>
          </a:prstGeom>
          <a:noFill/>
          <a:ln/>
        </p:spPr>
        <p:txBody>
          <a:bodyPr wrap="square" lIns="0" tIns="0" rIns="0" bIns="0" rtlCol="0" anchor="t"/>
          <a:lstStyle/>
          <a:p>
            <a:pPr algn="l" indent="0" marL="0">
              <a:lnSpc>
                <a:spcPts val="4275"/>
              </a:lnSpc>
              <a:buNone/>
            </a:pPr>
            <a:r>
              <a:rPr lang="en-US" sz="4275" b="1" spc="-85" kern="0" dirty="0">
                <a:solidFill>
                  <a:srgbClr val="2E2F28">
                    <a:alpha val="99000"/>
                  </a:srgbClr>
                </a:solidFill>
                <a:latin typeface="Post No Bills Jaffna ExtraBold" pitchFamily="34" charset="0"/>
                <a:ea typeface="Post No Bills Jaffna ExtraBold" pitchFamily="34" charset="-122"/>
                <a:cs typeface="Post No Bills Jaffna ExtraBold" pitchFamily="34" charset="-120"/>
              </a:rPr>
              <a:t>03</a:t>
            </a:r>
            <a:endParaRPr lang="en-US" sz="4275" dirty="0"/>
          </a:p>
        </p:txBody>
      </p:sp>
      <p:sp>
        <p:nvSpPr>
          <p:cNvPr id="10" name="Text 7"/>
          <p:cNvSpPr/>
          <p:nvPr/>
        </p:nvSpPr>
        <p:spPr>
          <a:xfrm>
            <a:off x="4838700" y="2914650"/>
            <a:ext cx="1990725" cy="166688"/>
          </a:xfrm>
          <a:prstGeom prst="rect">
            <a:avLst/>
          </a:prstGeom>
          <a:noFill/>
          <a:ln/>
        </p:spPr>
        <p:txBody>
          <a:bodyPr wrap="square" lIns="0" tIns="0" rIns="0" bIns="0" rtlCol="0" anchor="t"/>
          <a:lstStyle/>
          <a:p>
            <a:pPr algn="l" indent="0" marL="0">
              <a:lnSpc>
                <a:spcPts val="1254"/>
              </a:lnSpc>
              <a:buNone/>
            </a:pPr>
            <a:r>
              <a:rPr lang="en-US" sz="1140" b="1" dirty="0">
                <a:solidFill>
                  <a:srgbClr val="2E2F28">
                    <a:alpha val="99000"/>
                  </a:srgbClr>
                </a:solidFill>
                <a:latin typeface="Libre Franklin" pitchFamily="34" charset="0"/>
                <a:ea typeface="Libre Franklin" pitchFamily="34" charset="-122"/>
                <a:cs typeface="Libre Franklin" pitchFamily="34" charset="-120"/>
              </a:rPr>
              <a:t>RECIEVE RECEIPT</a:t>
            </a:r>
            <a:endParaRPr lang="en-US" sz="1140" dirty="0"/>
          </a:p>
        </p:txBody>
      </p:sp>
      <p:sp>
        <p:nvSpPr>
          <p:cNvPr id="11" name="Text 8"/>
          <p:cNvSpPr/>
          <p:nvPr/>
        </p:nvSpPr>
        <p:spPr>
          <a:xfrm>
            <a:off x="7005638" y="2190750"/>
            <a:ext cx="1990725" cy="571500"/>
          </a:xfrm>
          <a:prstGeom prst="rect">
            <a:avLst/>
          </a:prstGeom>
          <a:noFill/>
          <a:ln/>
        </p:spPr>
        <p:txBody>
          <a:bodyPr wrap="square" lIns="0" tIns="0" rIns="0" bIns="0" rtlCol="0" anchor="t"/>
          <a:lstStyle/>
          <a:p>
            <a:pPr algn="l" indent="0" marL="0">
              <a:lnSpc>
                <a:spcPts val="4275"/>
              </a:lnSpc>
              <a:buNone/>
            </a:pPr>
            <a:r>
              <a:rPr lang="en-US" sz="4275" b="1" spc="-85" kern="0" dirty="0">
                <a:solidFill>
                  <a:srgbClr val="2E2F28">
                    <a:alpha val="99000"/>
                  </a:srgbClr>
                </a:solidFill>
                <a:latin typeface="Post No Bills Jaffna ExtraBold" pitchFamily="34" charset="0"/>
                <a:ea typeface="Post No Bills Jaffna ExtraBold" pitchFamily="34" charset="-122"/>
                <a:cs typeface="Post No Bills Jaffna ExtraBold" pitchFamily="34" charset="-120"/>
              </a:rPr>
              <a:t>04</a:t>
            </a:r>
            <a:endParaRPr lang="en-US" sz="4275" dirty="0"/>
          </a:p>
        </p:txBody>
      </p:sp>
      <p:sp>
        <p:nvSpPr>
          <p:cNvPr id="12" name="Text 9"/>
          <p:cNvSpPr/>
          <p:nvPr/>
        </p:nvSpPr>
        <p:spPr>
          <a:xfrm>
            <a:off x="7005638" y="2914650"/>
            <a:ext cx="1990725" cy="166688"/>
          </a:xfrm>
          <a:prstGeom prst="rect">
            <a:avLst/>
          </a:prstGeom>
          <a:noFill/>
          <a:ln/>
        </p:spPr>
        <p:txBody>
          <a:bodyPr wrap="square" lIns="0" tIns="0" rIns="0" bIns="0" rtlCol="0" anchor="t"/>
          <a:lstStyle/>
          <a:p>
            <a:pPr algn="l" indent="0" marL="0">
              <a:lnSpc>
                <a:spcPts val="1254"/>
              </a:lnSpc>
              <a:buNone/>
            </a:pPr>
            <a:r>
              <a:rPr lang="en-US" sz="1140" b="1" dirty="0">
                <a:solidFill>
                  <a:srgbClr val="2E2F28">
                    <a:alpha val="99000"/>
                  </a:srgbClr>
                </a:solidFill>
                <a:latin typeface="Libre Franklin" pitchFamily="34" charset="0"/>
                <a:ea typeface="Libre Franklin" pitchFamily="34" charset="-122"/>
                <a:cs typeface="Libre Franklin" pitchFamily="34" charset="-120"/>
              </a:rPr>
              <a:t>PICK-UP ORDER</a:t>
            </a:r>
            <a:endParaRPr lang="en-US" sz="1140" dirty="0"/>
          </a:p>
        </p:txBody>
      </p:sp>
      <p:sp>
        <p:nvSpPr>
          <p:cNvPr id="13" name="Shape 10"/>
          <p:cNvSpPr/>
          <p:nvPr/>
        </p:nvSpPr>
        <p:spPr>
          <a:xfrm>
            <a:off x="304800" y="4572000"/>
            <a:ext cx="8534400" cy="0"/>
          </a:xfrm>
          <a:prstGeom prst="line">
            <a:avLst/>
          </a:prstGeom>
          <a:noFill/>
          <a:ln w="9049">
            <a:solidFill>
              <a:srgbClr val="332B31"/>
            </a:solidFill>
            <a:prstDash val="solid"/>
          </a:ln>
        </p:spPr>
      </p:sp>
      <p:sp>
        <p:nvSpPr>
          <p:cNvPr id="14" name="Shape 11"/>
          <p:cNvSpPr/>
          <p:nvPr/>
        </p:nvSpPr>
        <p:spPr>
          <a:xfrm>
            <a:off x="304800" y="571500"/>
            <a:ext cx="8534400" cy="0"/>
          </a:xfrm>
          <a:prstGeom prst="line">
            <a:avLst/>
          </a:prstGeom>
          <a:noFill/>
          <a:ln w="9049">
            <a:solidFill>
              <a:srgbClr val="332B31"/>
            </a:solidFill>
            <a:prstDash val="solid"/>
          </a:ln>
        </p:spPr>
      </p:sp>
      <p:sp>
        <p:nvSpPr>
          <p:cNvPr id="15" name="Text 12"/>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16" name="Text 13"/>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17" name="Text 14"/>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pic>
        <p:nvPicPr>
          <p:cNvPr id="18" name="Image 0" descr="preencoded.png">    </p:cNvPr>
          <p:cNvPicPr>
            <a:picLocks noChangeAspect="1"/>
          </p:cNvPicPr>
          <p:nvPr/>
        </p:nvPicPr>
        <p:blipFill>
          <a:blip r:embed="rId1"/>
          <a:srcRect l="0" r="0" t="0" b="0"/>
          <a:stretch/>
        </p:blipFill>
        <p:spPr>
          <a:xfrm>
            <a:off x="247650" y="3667125"/>
            <a:ext cx="781050" cy="13239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9307"/>
        </a:solidFill>
      </p:bgPr>
    </p:bg>
    <p:spTree>
      <p:nvGrpSpPr>
        <p:cNvPr id="1" name=""/>
        <p:cNvGrpSpPr/>
        <p:nvPr/>
      </p:nvGrpSpPr>
      <p:grpSpPr>
        <a:xfrm>
          <a:off x="0" y="0"/>
          <a:ext cx="0" cy="0"/>
          <a:chOff x="0" y="0"/>
          <a:chExt cx="0" cy="0"/>
        </a:xfrm>
      </p:grpSpPr>
      <p:sp>
        <p:nvSpPr>
          <p:cNvPr id="3" name="Text 0"/>
          <p:cNvSpPr/>
          <p:nvPr/>
        </p:nvSpPr>
        <p:spPr>
          <a:xfrm>
            <a:off x="-2105025" y="1781175"/>
            <a:ext cx="8572500" cy="476250"/>
          </a:xfrm>
          <a:prstGeom prst="rect">
            <a:avLst/>
          </a:prstGeom>
          <a:noFill/>
          <a:ln/>
        </p:spPr>
        <p:txBody>
          <a:bodyPr wrap="square" lIns="0" tIns="0" rIns="0" bIns="0" rtlCol="0" anchor="t"/>
          <a:lstStyle/>
          <a:p>
            <a:pPr algn="ctr" indent="0" marL="0">
              <a:lnSpc>
                <a:spcPts val="3563"/>
              </a:lnSpc>
              <a:buNone/>
            </a:pPr>
            <a:r>
              <a:rPr lang="en-US" sz="3563" b="1" spc="-71"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TIME CONSUMER</a:t>
            </a:r>
            <a:endParaRPr lang="en-US" sz="3563" dirty="0"/>
          </a:p>
        </p:txBody>
      </p:sp>
      <p:pic>
        <p:nvPicPr>
          <p:cNvPr id="4" name="Image 0" descr="preencoded.png">    </p:cNvPr>
          <p:cNvPicPr>
            <a:picLocks noChangeAspect="1"/>
          </p:cNvPicPr>
          <p:nvPr/>
        </p:nvPicPr>
        <p:blipFill>
          <a:blip r:embed="rId1"/>
          <a:srcRect l="0" r="0" t="0" b="0"/>
          <a:stretch/>
        </p:blipFill>
        <p:spPr>
          <a:xfrm>
            <a:off x="4148137" y="728663"/>
            <a:ext cx="3190875" cy="3057525"/>
          </a:xfrm>
          <a:prstGeom prst="rect">
            <a:avLst/>
          </a:prstGeom>
        </p:spPr>
      </p:pic>
      <p:sp>
        <p:nvSpPr>
          <p:cNvPr id="5" name="Text 1"/>
          <p:cNvSpPr/>
          <p:nvPr/>
        </p:nvSpPr>
        <p:spPr>
          <a:xfrm>
            <a:off x="5305425" y="1476375"/>
            <a:ext cx="871538" cy="166688"/>
          </a:xfrm>
          <a:prstGeom prst="rect">
            <a:avLst/>
          </a:prstGeom>
          <a:noFill/>
          <a:ln/>
        </p:spPr>
        <p:txBody>
          <a:bodyPr wrap="square" lIns="0" tIns="0" rIns="0" bIns="0" rtlCol="0" anchor="ctr"/>
          <a:lstStyle/>
          <a:p>
            <a:pPr algn="ctr" indent="0" marL="0">
              <a:lnSpc>
                <a:spcPts val="1254"/>
              </a:lnSpc>
              <a:buNone/>
            </a:pPr>
            <a:r>
              <a:rPr lang="en-US" sz="1140" b="1" dirty="0">
                <a:solidFill>
                  <a:srgbClr val="000000">
                    <a:alpha val="99000"/>
                  </a:srgbClr>
                </a:solidFill>
                <a:latin typeface="Libre Franklin" pitchFamily="34" charset="0"/>
                <a:ea typeface="Libre Franklin" pitchFamily="34" charset="-122"/>
                <a:cs typeface="Libre Franklin" pitchFamily="34" charset="-120"/>
              </a:rPr>
              <a:t>ORDERING</a:t>
            </a:r>
            <a:endParaRPr lang="en-US" sz="1140" dirty="0"/>
          </a:p>
        </p:txBody>
      </p:sp>
      <p:sp>
        <p:nvSpPr>
          <p:cNvPr id="6" name="Text 2"/>
          <p:cNvSpPr/>
          <p:nvPr/>
        </p:nvSpPr>
        <p:spPr>
          <a:xfrm>
            <a:off x="5362575" y="2062163"/>
            <a:ext cx="762000" cy="166688"/>
          </a:xfrm>
          <a:prstGeom prst="rect">
            <a:avLst/>
          </a:prstGeom>
          <a:noFill/>
          <a:ln/>
        </p:spPr>
        <p:txBody>
          <a:bodyPr wrap="square" lIns="0" tIns="0" rIns="0" bIns="0" rtlCol="0" anchor="ctr"/>
          <a:lstStyle/>
          <a:p>
            <a:pPr algn="ctr" indent="0" marL="0">
              <a:lnSpc>
                <a:spcPts val="1254"/>
              </a:lnSpc>
              <a:buNone/>
            </a:pPr>
            <a:r>
              <a:rPr lang="en-US" sz="1140" b="1" dirty="0">
                <a:solidFill>
                  <a:srgbClr val="000000">
                    <a:alpha val="99000"/>
                  </a:srgbClr>
                </a:solidFill>
                <a:latin typeface="Libre Franklin" pitchFamily="34" charset="0"/>
                <a:ea typeface="Libre Franklin" pitchFamily="34" charset="-122"/>
                <a:cs typeface="Libre Franklin" pitchFamily="34" charset="-120"/>
              </a:rPr>
              <a:t>PAYING</a:t>
            </a:r>
            <a:endParaRPr lang="en-US" sz="1140" dirty="0"/>
          </a:p>
        </p:txBody>
      </p:sp>
      <p:sp>
        <p:nvSpPr>
          <p:cNvPr id="7" name="Text 3"/>
          <p:cNvSpPr/>
          <p:nvPr/>
        </p:nvSpPr>
        <p:spPr>
          <a:xfrm>
            <a:off x="5362575" y="2647950"/>
            <a:ext cx="762000" cy="166688"/>
          </a:xfrm>
          <a:prstGeom prst="rect">
            <a:avLst/>
          </a:prstGeom>
          <a:noFill/>
          <a:ln/>
        </p:spPr>
        <p:txBody>
          <a:bodyPr wrap="square" lIns="0" tIns="0" rIns="0" bIns="0" rtlCol="0" anchor="ctr"/>
          <a:lstStyle/>
          <a:p>
            <a:pPr algn="ctr" indent="0" marL="0">
              <a:lnSpc>
                <a:spcPts val="1254"/>
              </a:lnSpc>
              <a:buNone/>
            </a:pPr>
            <a:r>
              <a:rPr lang="en-US" sz="1140" b="1" dirty="0">
                <a:solidFill>
                  <a:srgbClr val="000000">
                    <a:alpha val="99000"/>
                  </a:srgbClr>
                </a:solidFill>
                <a:latin typeface="Libre Franklin" pitchFamily="34" charset="0"/>
                <a:ea typeface="Libre Franklin" pitchFamily="34" charset="-122"/>
                <a:cs typeface="Libre Franklin" pitchFamily="34" charset="-120"/>
              </a:rPr>
              <a:t>STAFF</a:t>
            </a:r>
            <a:endParaRPr lang="en-US" sz="1140" dirty="0"/>
          </a:p>
        </p:txBody>
      </p:sp>
      <p:sp>
        <p:nvSpPr>
          <p:cNvPr id="8" name="Text 4"/>
          <p:cNvSpPr/>
          <p:nvPr/>
        </p:nvSpPr>
        <p:spPr>
          <a:xfrm>
            <a:off x="5414963" y="3233738"/>
            <a:ext cx="762000" cy="166688"/>
          </a:xfrm>
          <a:prstGeom prst="rect">
            <a:avLst/>
          </a:prstGeom>
          <a:noFill/>
          <a:ln/>
        </p:spPr>
        <p:txBody>
          <a:bodyPr wrap="square" lIns="0" tIns="0" rIns="0" bIns="0" rtlCol="0" anchor="ctr"/>
          <a:lstStyle/>
          <a:p>
            <a:pPr algn="ctr" indent="0" marL="0">
              <a:lnSpc>
                <a:spcPts val="1254"/>
              </a:lnSpc>
              <a:buNone/>
            </a:pPr>
            <a:r>
              <a:rPr lang="en-US" sz="1140" b="1" dirty="0">
                <a:solidFill>
                  <a:srgbClr val="000000">
                    <a:alpha val="99000"/>
                  </a:srgbClr>
                </a:solidFill>
                <a:latin typeface="Libre Franklin" pitchFamily="34" charset="0"/>
                <a:ea typeface="Libre Franklin" pitchFamily="34" charset="-122"/>
                <a:cs typeface="Libre Franklin" pitchFamily="34" charset="-120"/>
              </a:rPr>
              <a:t>TIME</a:t>
            </a:r>
            <a:endParaRPr lang="en-US" sz="1140" dirty="0"/>
          </a:p>
        </p:txBody>
      </p:sp>
      <p:sp>
        <p:nvSpPr>
          <p:cNvPr id="9" name="Text 5"/>
          <p:cNvSpPr/>
          <p:nvPr/>
        </p:nvSpPr>
        <p:spPr>
          <a:xfrm>
            <a:off x="8724900" y="4729163"/>
            <a:ext cx="114300" cy="95250"/>
          </a:xfrm>
          <a:prstGeom prst="rect">
            <a:avLst/>
          </a:prstGeom>
          <a:noFill/>
          <a:ln/>
        </p:spPr>
        <p:txBody>
          <a:bodyPr wrap="square" lIns="0" tIns="0" rIns="0" bIns="0" rtlCol="0" anchor="t"/>
          <a:lstStyle/>
          <a:p>
            <a:pPr algn="r" indent="0" marL="0">
              <a:lnSpc>
                <a:spcPts val="705"/>
              </a:lnSpc>
              <a:buNone/>
            </a:pPr>
            <a:r>
              <a:rPr lang="en-US" sz="641" b="1" dirty="0">
                <a:solidFill>
                  <a:srgbClr val="000000">
                    <a:alpha val="99000"/>
                  </a:srgbClr>
                </a:solidFill>
                <a:latin typeface="Libre Franklin" pitchFamily="34" charset="0"/>
                <a:ea typeface="Libre Franklin" pitchFamily="34" charset="-122"/>
                <a:cs typeface="Libre Franklin" pitchFamily="34" charset="-120"/>
              </a:rPr>
              <a:t>6</a:t>
            </a:r>
            <a:endParaRPr lang="en-US" sz="641" dirty="0"/>
          </a:p>
        </p:txBody>
      </p:sp>
      <p:sp>
        <p:nvSpPr>
          <p:cNvPr id="10" name="Text 6"/>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11" name="Text 7"/>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12" name="Text 8"/>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pic>
        <p:nvPicPr>
          <p:cNvPr id="13" name="Image 1" descr="preencoded.png">    </p:cNvPr>
          <p:cNvPicPr>
            <a:picLocks noChangeAspect="1"/>
          </p:cNvPicPr>
          <p:nvPr/>
        </p:nvPicPr>
        <p:blipFill>
          <a:blip r:embed="rId2"/>
          <a:srcRect l="0" r="0" t="0" b="0"/>
          <a:stretch/>
        </p:blipFill>
        <p:spPr>
          <a:xfrm>
            <a:off x="5057775" y="3895725"/>
            <a:ext cx="952500" cy="581025"/>
          </a:xfrm>
          <a:prstGeom prst="rect">
            <a:avLst/>
          </a:prstGeom>
        </p:spPr>
      </p:pic>
      <p:pic>
        <p:nvPicPr>
          <p:cNvPr id="14" name="Image 2" descr="preencoded.png">    </p:cNvPr>
          <p:cNvPicPr>
            <a:picLocks noChangeAspect="1"/>
          </p:cNvPicPr>
          <p:nvPr/>
        </p:nvPicPr>
        <p:blipFill>
          <a:blip r:embed="rId3"/>
          <a:srcRect l="0" r="0" t="0" b="0"/>
          <a:stretch/>
        </p:blipFill>
        <p:spPr>
          <a:xfrm>
            <a:off x="5005388" y="3786188"/>
            <a:ext cx="1462088" cy="795338"/>
          </a:xfrm>
          <a:prstGeom prst="rect">
            <a:avLst/>
          </a:prstGeom>
        </p:spPr>
      </p:pic>
      <p:pic>
        <p:nvPicPr>
          <p:cNvPr id="15" name="Image 3" descr="preencoded.png">    </p:cNvPr>
          <p:cNvPicPr>
            <a:picLocks noChangeAspect="1"/>
          </p:cNvPicPr>
          <p:nvPr/>
        </p:nvPicPr>
        <p:blipFill>
          <a:blip r:embed="rId4"/>
          <a:srcRect l="0" r="0" t="0" b="0"/>
          <a:stretch/>
        </p:blipFill>
        <p:spPr>
          <a:xfrm>
            <a:off x="247650" y="3667125"/>
            <a:ext cx="781050" cy="13239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9307"/>
        </a:solidFill>
      </p:bgPr>
    </p:bg>
    <p:spTree>
      <p:nvGrpSpPr>
        <p:cNvPr id="1" name=""/>
        <p:cNvGrpSpPr/>
        <p:nvPr/>
      </p:nvGrpSpPr>
      <p:grpSpPr>
        <a:xfrm>
          <a:off x="0" y="0"/>
          <a:ext cx="0" cy="0"/>
          <a:chOff x="0" y="0"/>
          <a:chExt cx="0" cy="0"/>
        </a:xfrm>
      </p:grpSpPr>
      <p:sp>
        <p:nvSpPr>
          <p:cNvPr id="3" name="Text 0"/>
          <p:cNvSpPr/>
          <p:nvPr/>
        </p:nvSpPr>
        <p:spPr>
          <a:xfrm>
            <a:off x="285750" y="1690688"/>
            <a:ext cx="8572500" cy="800100"/>
          </a:xfrm>
          <a:prstGeom prst="rect">
            <a:avLst/>
          </a:prstGeom>
          <a:noFill/>
          <a:ln/>
        </p:spPr>
        <p:txBody>
          <a:bodyPr wrap="square" lIns="0" tIns="0" rIns="0" bIns="0" rtlCol="0" anchor="ctr"/>
          <a:lstStyle/>
          <a:p>
            <a:pPr algn="ctr" indent="0" marL="0">
              <a:lnSpc>
                <a:spcPts val="5985"/>
              </a:lnSpc>
              <a:buNone/>
            </a:pPr>
            <a:r>
              <a:rPr lang="en-US" sz="7125" b="1" spc="-142"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TWO EMPLOYES</a:t>
            </a:r>
            <a:endParaRPr lang="en-US" sz="7125" dirty="0"/>
          </a:p>
        </p:txBody>
      </p:sp>
      <p:sp>
        <p:nvSpPr>
          <p:cNvPr id="4" name="Text 1"/>
          <p:cNvSpPr/>
          <p:nvPr/>
        </p:nvSpPr>
        <p:spPr>
          <a:xfrm>
            <a:off x="304800" y="2690813"/>
            <a:ext cx="8572500" cy="681038"/>
          </a:xfrm>
          <a:prstGeom prst="rect">
            <a:avLst/>
          </a:prstGeom>
          <a:noFill/>
          <a:ln/>
        </p:spPr>
        <p:txBody>
          <a:bodyPr wrap="square" lIns="0" tIns="0" rIns="0" bIns="0" rtlCol="0" anchor="ctr"/>
          <a:lstStyle/>
          <a:p>
            <a:pPr algn="ctr" indent="0" marL="0">
              <a:lnSpc>
                <a:spcPts val="5087"/>
              </a:lnSpc>
              <a:buNone/>
            </a:pPr>
            <a:r>
              <a:rPr lang="en-US" sz="6056" b="1" spc="-121"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PER UNIT SAVED</a:t>
            </a:r>
            <a:endParaRPr lang="en-US" sz="6056" dirty="0"/>
          </a:p>
        </p:txBody>
      </p:sp>
      <p:sp>
        <p:nvSpPr>
          <p:cNvPr id="5" name="Text 2"/>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6" name="Text 3"/>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7" name="Text 4"/>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sp>
        <p:nvSpPr>
          <p:cNvPr id="8" name="Text 5"/>
          <p:cNvSpPr/>
          <p:nvPr/>
        </p:nvSpPr>
        <p:spPr>
          <a:xfrm>
            <a:off x="8724900" y="4729163"/>
            <a:ext cx="114300" cy="95250"/>
          </a:xfrm>
          <a:prstGeom prst="rect">
            <a:avLst/>
          </a:prstGeom>
          <a:noFill/>
          <a:ln/>
        </p:spPr>
        <p:txBody>
          <a:bodyPr wrap="square" lIns="0" tIns="0" rIns="0" bIns="0" rtlCol="0" anchor="t"/>
          <a:lstStyle/>
          <a:p>
            <a:pPr algn="r" indent="0" marL="0">
              <a:lnSpc>
                <a:spcPts val="705"/>
              </a:lnSpc>
              <a:buNone/>
            </a:pPr>
            <a:r>
              <a:rPr lang="en-US" sz="641" b="1" dirty="0">
                <a:solidFill>
                  <a:srgbClr val="000000">
                    <a:alpha val="99000"/>
                  </a:srgbClr>
                </a:solidFill>
                <a:latin typeface="Libre Franklin" pitchFamily="34" charset="0"/>
                <a:ea typeface="Libre Franklin" pitchFamily="34" charset="-122"/>
                <a:cs typeface="Libre Franklin" pitchFamily="34" charset="-120"/>
              </a:rPr>
              <a:t>7</a:t>
            </a:r>
            <a:endParaRPr lang="en-US" sz="641" dirty="0"/>
          </a:p>
        </p:txBody>
      </p:sp>
      <p:pic>
        <p:nvPicPr>
          <p:cNvPr id="9" name="Image 0" descr="preencoded.png">    </p:cNvPr>
          <p:cNvPicPr>
            <a:picLocks noChangeAspect="1"/>
          </p:cNvPicPr>
          <p:nvPr/>
        </p:nvPicPr>
        <p:blipFill>
          <a:blip r:embed="rId1"/>
          <a:srcRect l="0" r="0" t="0" b="0"/>
          <a:stretch/>
        </p:blipFill>
        <p:spPr>
          <a:xfrm>
            <a:off x="247650" y="3667125"/>
            <a:ext cx="781050" cy="1323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9307"/>
        </a:solidFill>
      </p:bgPr>
    </p:bg>
    <p:spTree>
      <p:nvGrpSpPr>
        <p:cNvPr id="1" name=""/>
        <p:cNvGrpSpPr/>
        <p:nvPr/>
      </p:nvGrpSpPr>
      <p:grpSpPr>
        <a:xfrm>
          <a:off x="0" y="0"/>
          <a:ext cx="0" cy="0"/>
          <a:chOff x="0" y="0"/>
          <a:chExt cx="0" cy="0"/>
        </a:xfrm>
      </p:grpSpPr>
      <p:sp>
        <p:nvSpPr>
          <p:cNvPr id="3" name="Text 0"/>
          <p:cNvSpPr/>
          <p:nvPr/>
        </p:nvSpPr>
        <p:spPr>
          <a:xfrm>
            <a:off x="571500" y="990600"/>
            <a:ext cx="8572500" cy="571500"/>
          </a:xfrm>
          <a:prstGeom prst="rect">
            <a:avLst/>
          </a:prstGeom>
          <a:noFill/>
          <a:ln/>
        </p:spPr>
        <p:txBody>
          <a:bodyPr wrap="square" lIns="0" tIns="0" rIns="0" bIns="0" rtlCol="0" anchor="t"/>
          <a:lstStyle/>
          <a:p>
            <a:pPr algn="l" indent="0" marL="0">
              <a:lnSpc>
                <a:spcPts val="4275"/>
              </a:lnSpc>
              <a:buNone/>
            </a:pPr>
            <a:r>
              <a:rPr lang="en-US" sz="4275" b="1" spc="-85"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IMPACT</a:t>
            </a:r>
            <a:endParaRPr lang="en-US" sz="4275" dirty="0"/>
          </a:p>
        </p:txBody>
      </p:sp>
      <p:sp>
        <p:nvSpPr>
          <p:cNvPr id="4" name="Shape 1"/>
          <p:cNvSpPr/>
          <p:nvPr/>
        </p:nvSpPr>
        <p:spPr>
          <a:xfrm>
            <a:off x="304800" y="571500"/>
            <a:ext cx="8534400" cy="0"/>
          </a:xfrm>
          <a:prstGeom prst="line">
            <a:avLst/>
          </a:prstGeom>
          <a:noFill/>
          <a:ln w="9049">
            <a:solidFill>
              <a:srgbClr val="332B31"/>
            </a:solidFill>
            <a:prstDash val="solid"/>
          </a:ln>
        </p:spPr>
      </p:sp>
      <p:sp>
        <p:nvSpPr>
          <p:cNvPr id="5" name="Text 2"/>
          <p:cNvSpPr/>
          <p:nvPr/>
        </p:nvSpPr>
        <p:spPr>
          <a:xfrm>
            <a:off x="8729663" y="4729163"/>
            <a:ext cx="109538" cy="95250"/>
          </a:xfrm>
          <a:prstGeom prst="rect">
            <a:avLst/>
          </a:prstGeom>
          <a:noFill/>
          <a:ln/>
        </p:spPr>
        <p:txBody>
          <a:bodyPr wrap="square" lIns="0" tIns="0" rIns="0" bIns="0" rtlCol="0" anchor="t"/>
          <a:lstStyle/>
          <a:p>
            <a:pPr algn="r" indent="0" marL="0">
              <a:lnSpc>
                <a:spcPts val="705"/>
              </a:lnSpc>
              <a:buNone/>
            </a:pPr>
            <a:r>
              <a:rPr lang="en-US" sz="641" b="1" dirty="0">
                <a:solidFill>
                  <a:srgbClr val="000000">
                    <a:alpha val="99000"/>
                  </a:srgbClr>
                </a:solidFill>
                <a:latin typeface="Libre Franklin" pitchFamily="34" charset="0"/>
                <a:ea typeface="Libre Franklin" pitchFamily="34" charset="-122"/>
                <a:cs typeface="Libre Franklin" pitchFamily="34" charset="-120"/>
              </a:rPr>
              <a:t>8</a:t>
            </a:r>
            <a:endParaRPr lang="en-US" sz="641" dirty="0"/>
          </a:p>
        </p:txBody>
      </p:sp>
      <p:pic>
        <p:nvPicPr>
          <p:cNvPr id="6" name="Image 0" descr="preencoded.png">    </p:cNvPr>
          <p:cNvPicPr>
            <a:picLocks noChangeAspect="1"/>
          </p:cNvPicPr>
          <p:nvPr/>
        </p:nvPicPr>
        <p:blipFill>
          <a:blip r:embed="rId1"/>
          <a:srcRect l="0" r="0" t="0" b="0"/>
          <a:stretch/>
        </p:blipFill>
        <p:spPr>
          <a:xfrm>
            <a:off x="1204913" y="1757363"/>
            <a:ext cx="4143375" cy="2762250"/>
          </a:xfrm>
          <a:prstGeom prst="rect">
            <a:avLst/>
          </a:prstGeom>
        </p:spPr>
      </p:pic>
      <p:pic>
        <p:nvPicPr>
          <p:cNvPr id="7" name="Image 1" descr="preencoded.png">    </p:cNvPr>
          <p:cNvPicPr>
            <a:picLocks noChangeAspect="1"/>
          </p:cNvPicPr>
          <p:nvPr/>
        </p:nvPicPr>
        <p:blipFill>
          <a:blip r:embed="rId2"/>
          <a:srcRect l="0" r="0" t="0" b="0"/>
          <a:stretch/>
        </p:blipFill>
        <p:spPr>
          <a:xfrm>
            <a:off x="5819775" y="1757363"/>
            <a:ext cx="2271713" cy="2776538"/>
          </a:xfrm>
          <a:prstGeom prst="rect">
            <a:avLst/>
          </a:prstGeom>
        </p:spPr>
      </p:pic>
      <p:sp>
        <p:nvSpPr>
          <p:cNvPr id="8" name="Text 3"/>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9" name="Text 4"/>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10" name="Text 5"/>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pic>
        <p:nvPicPr>
          <p:cNvPr id="11" name="Image 2" descr="preencoded.png">    </p:cNvPr>
          <p:cNvPicPr>
            <a:picLocks noChangeAspect="1"/>
          </p:cNvPicPr>
          <p:nvPr/>
        </p:nvPicPr>
        <p:blipFill>
          <a:blip r:embed="rId3"/>
          <a:srcRect l="0" r="0" t="0" b="0"/>
          <a:stretch/>
        </p:blipFill>
        <p:spPr>
          <a:xfrm>
            <a:off x="247650" y="3667125"/>
            <a:ext cx="781050" cy="13239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9307"/>
        </a:solidFill>
      </p:bgPr>
    </p:bg>
    <p:spTree>
      <p:nvGrpSpPr>
        <p:cNvPr id="1" name=""/>
        <p:cNvGrpSpPr/>
        <p:nvPr/>
      </p:nvGrpSpPr>
      <p:grpSpPr>
        <a:xfrm>
          <a:off x="0" y="0"/>
          <a:ext cx="0" cy="0"/>
          <a:chOff x="0" y="0"/>
          <a:chExt cx="0" cy="0"/>
        </a:xfrm>
      </p:grpSpPr>
      <p:sp>
        <p:nvSpPr>
          <p:cNvPr id="3" name="Text 0"/>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pic>
        <p:nvPicPr>
          <p:cNvPr id="4" name="Image 0" descr="preencoded.png">    </p:cNvPr>
          <p:cNvPicPr>
            <a:picLocks noChangeAspect="1"/>
          </p:cNvPicPr>
          <p:nvPr/>
        </p:nvPicPr>
        <p:blipFill>
          <a:blip r:embed="rId1"/>
          <a:srcRect l="0" r="0" t="0" b="34585"/>
          <a:stretch/>
        </p:blipFill>
        <p:spPr>
          <a:xfrm>
            <a:off x="638175" y="-1466850"/>
            <a:ext cx="7862888" cy="5143500"/>
          </a:xfrm>
          <a:prstGeom prst="rect">
            <a:avLst/>
          </a:prstGeom>
        </p:spPr>
      </p:pic>
      <p:sp>
        <p:nvSpPr>
          <p:cNvPr id="5" name="Text 1"/>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6" name="Text 2"/>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pic>
        <p:nvPicPr>
          <p:cNvPr id="7" name="Image 1" descr="preencoded.png">    </p:cNvPr>
          <p:cNvPicPr>
            <a:picLocks noChangeAspect="1"/>
          </p:cNvPicPr>
          <p:nvPr/>
        </p:nvPicPr>
        <p:blipFill>
          <a:blip r:embed="rId2"/>
          <a:srcRect l="0" r="0" t="0" b="0"/>
          <a:stretch/>
        </p:blipFill>
        <p:spPr>
          <a:xfrm>
            <a:off x="247650" y="3667125"/>
            <a:ext cx="781050" cy="13239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9307"/>
        </a:solidFill>
      </p:bgPr>
    </p:bg>
    <p:spTree>
      <p:nvGrpSpPr>
        <p:cNvPr id="1" name=""/>
        <p:cNvGrpSpPr/>
        <p:nvPr/>
      </p:nvGrpSpPr>
      <p:grpSpPr>
        <a:xfrm>
          <a:off x="0" y="0"/>
          <a:ext cx="0" cy="0"/>
          <a:chOff x="0" y="0"/>
          <a:chExt cx="0" cy="0"/>
        </a:xfrm>
      </p:grpSpPr>
      <p:sp>
        <p:nvSpPr>
          <p:cNvPr id="3" name="Shape 0"/>
          <p:cNvSpPr/>
          <p:nvPr/>
        </p:nvSpPr>
        <p:spPr>
          <a:xfrm>
            <a:off x="304800" y="4572000"/>
            <a:ext cx="8534400" cy="0"/>
          </a:xfrm>
          <a:prstGeom prst="line">
            <a:avLst/>
          </a:prstGeom>
          <a:noFill/>
          <a:ln w="9049">
            <a:solidFill>
              <a:srgbClr val="332B31"/>
            </a:solidFill>
            <a:prstDash val="solid"/>
          </a:ln>
        </p:spPr>
      </p:sp>
      <p:sp>
        <p:nvSpPr>
          <p:cNvPr id="4" name="Text 1"/>
          <p:cNvSpPr/>
          <p:nvPr/>
        </p:nvSpPr>
        <p:spPr>
          <a:xfrm>
            <a:off x="2133600" y="1804988"/>
            <a:ext cx="5691188" cy="1190625"/>
          </a:xfrm>
          <a:prstGeom prst="rect">
            <a:avLst/>
          </a:prstGeom>
          <a:noFill/>
          <a:ln/>
        </p:spPr>
        <p:txBody>
          <a:bodyPr wrap="square" lIns="0" tIns="0" rIns="0" bIns="0" rtlCol="0" anchor="t"/>
          <a:lstStyle/>
          <a:p>
            <a:pPr algn="l" indent="0" marL="0">
              <a:lnSpc>
                <a:spcPts val="8906"/>
              </a:lnSpc>
              <a:buNone/>
            </a:pPr>
            <a:r>
              <a:rPr lang="en-US" sz="8906" b="1" spc="-178" kern="0" dirty="0">
                <a:solidFill>
                  <a:srgbClr val="332B31">
                    <a:alpha val="99000"/>
                  </a:srgbClr>
                </a:solidFill>
                <a:latin typeface="Post No Bills Jaffna ExtraBold" pitchFamily="34" charset="0"/>
                <a:ea typeface="Post No Bills Jaffna ExtraBold" pitchFamily="34" charset="-122"/>
                <a:cs typeface="Post No Bills Jaffna ExtraBold" pitchFamily="34" charset="-120"/>
              </a:rPr>
              <a:t>THANK YOU</a:t>
            </a:r>
            <a:endParaRPr lang="en-US" sz="8906" dirty="0"/>
          </a:p>
        </p:txBody>
      </p:sp>
      <p:sp>
        <p:nvSpPr>
          <p:cNvPr id="5" name="Text 2"/>
          <p:cNvSpPr/>
          <p:nvPr/>
        </p:nvSpPr>
        <p:spPr>
          <a:xfrm>
            <a:off x="8672513" y="4729163"/>
            <a:ext cx="166688" cy="95250"/>
          </a:xfrm>
          <a:prstGeom prst="rect">
            <a:avLst/>
          </a:prstGeom>
          <a:noFill/>
          <a:ln/>
        </p:spPr>
        <p:txBody>
          <a:bodyPr wrap="square" lIns="0" tIns="0" rIns="0" bIns="0" rtlCol="0" anchor="t"/>
          <a:lstStyle/>
          <a:p>
            <a:pPr algn="r" indent="0" marL="0">
              <a:lnSpc>
                <a:spcPts val="705"/>
              </a:lnSpc>
              <a:buNone/>
            </a:pPr>
            <a:r>
              <a:rPr lang="en-US" sz="641" b="1" dirty="0">
                <a:solidFill>
                  <a:srgbClr val="000000">
                    <a:alpha val="99000"/>
                  </a:srgbClr>
                </a:solidFill>
                <a:latin typeface="Libre Franklin" pitchFamily="34" charset="0"/>
                <a:ea typeface="Libre Franklin" pitchFamily="34" charset="-122"/>
                <a:cs typeface="Libre Franklin" pitchFamily="34" charset="-120"/>
              </a:rPr>
              <a:t>10</a:t>
            </a:r>
            <a:endParaRPr lang="en-US" sz="641" dirty="0"/>
          </a:p>
        </p:txBody>
      </p:sp>
      <p:sp>
        <p:nvSpPr>
          <p:cNvPr id="6" name="Text 3"/>
          <p:cNvSpPr/>
          <p:nvPr/>
        </p:nvSpPr>
        <p:spPr>
          <a:xfrm>
            <a:off x="285750" y="285750"/>
            <a:ext cx="2166938" cy="95250"/>
          </a:xfrm>
          <a:prstGeom prst="rect">
            <a:avLst/>
          </a:prstGeom>
          <a:noFill/>
          <a:ln/>
        </p:spPr>
        <p:txBody>
          <a:bodyPr wrap="square" lIns="0" tIns="0" rIns="0" bIns="0" rtlCol="0" anchor="t"/>
          <a:lstStyle/>
          <a:p>
            <a:pPr algn="l"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ROSKILDE FESTIVAL</a:t>
            </a:r>
            <a:endParaRPr lang="en-US" sz="641" dirty="0"/>
          </a:p>
        </p:txBody>
      </p:sp>
      <p:sp>
        <p:nvSpPr>
          <p:cNvPr id="7" name="Text 4"/>
          <p:cNvSpPr/>
          <p:nvPr/>
        </p:nvSpPr>
        <p:spPr>
          <a:xfrm>
            <a:off x="3729038" y="285750"/>
            <a:ext cx="1690688" cy="95250"/>
          </a:xfrm>
          <a:prstGeom prst="rect">
            <a:avLst/>
          </a:prstGeom>
          <a:noFill/>
          <a:ln/>
        </p:spPr>
        <p:txBody>
          <a:bodyPr wrap="square" lIns="0" tIns="0" rIns="0" bIns="0" rtlCol="0" anchor="t"/>
          <a:lstStyle/>
          <a:p>
            <a:pPr algn="ct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2026</a:t>
            </a:r>
            <a:endParaRPr lang="en-US" sz="641" dirty="0"/>
          </a:p>
        </p:txBody>
      </p:sp>
      <p:sp>
        <p:nvSpPr>
          <p:cNvPr id="8" name="Text 5"/>
          <p:cNvSpPr/>
          <p:nvPr/>
        </p:nvSpPr>
        <p:spPr>
          <a:xfrm>
            <a:off x="7339012" y="285750"/>
            <a:ext cx="1500188" cy="95250"/>
          </a:xfrm>
          <a:prstGeom prst="rect">
            <a:avLst/>
          </a:prstGeom>
          <a:noFill/>
          <a:ln/>
        </p:spPr>
        <p:txBody>
          <a:bodyPr wrap="square" lIns="0" tIns="0" rIns="0" bIns="0" rtlCol="0" anchor="t"/>
          <a:lstStyle/>
          <a:p>
            <a:pPr algn="r" indent="0" marL="0">
              <a:lnSpc>
                <a:spcPts val="705"/>
              </a:lnSpc>
              <a:buNone/>
            </a:pPr>
            <a:r>
              <a:rPr lang="en-US" sz="641" b="1" dirty="0">
                <a:solidFill>
                  <a:srgbClr val="332B31">
                    <a:alpha val="99000"/>
                  </a:srgbClr>
                </a:solidFill>
                <a:latin typeface="Libre Franklin" pitchFamily="34" charset="0"/>
                <a:ea typeface="Libre Franklin" pitchFamily="34" charset="-122"/>
                <a:cs typeface="Libre Franklin" pitchFamily="34" charset="-120"/>
              </a:rPr>
              <a:t>QSTOP</a:t>
            </a:r>
            <a:endParaRPr lang="en-US" sz="64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2026-06-17T13:59:44Z</dcterms:created>
  <dcterms:modified xsi:type="dcterms:W3CDTF">2026-06-17T13:59:44Z</dcterms:modified>
</cp:coreProperties>
</file>